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4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2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0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4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2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0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2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9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1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9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1167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81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72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61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55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0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CF0D653-8D57-4AF4-8B07-FAEE8E898E7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BFC39-70AB-4515-8A2F-16EAE517F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51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Afif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Zulyan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Kelompok 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03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Analyst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belajar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bernama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PT. X. Per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PT.X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sekitar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1500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Resource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sekitar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karyawannya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/resign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alasan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dimiliki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HR,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mayoritas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resign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masa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 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karena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meminta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bantuan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menyebabkan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terlebih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segera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kekosongan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manpower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 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Berdasarkan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skenario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tentukan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buatlah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 Analysis (RCA)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diagram (Why Tree)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Buatlah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terkait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jelaskan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ringkas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 yang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diajukan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(Minimal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pertanyaan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Goals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Metrics yang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Question yang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dirancang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Jelaskan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pula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alasan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Metrics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0" indent="0" algn="just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65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834" y="270337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 Analysis (RCA)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diagram (Why Tree)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87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246" y="0"/>
            <a:ext cx="8281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2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Buatlah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terkait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ringkas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0" indent="0" algn="just">
              <a:buNone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Jawaban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Dari Root Cause Analysis (RCA)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Diagram (Why Tree)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mempengaruhi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resigh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mayoritas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masa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0"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dikarenakan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ketidak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budaya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mengembangkan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karier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diberikan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jawab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diberikan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Beban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tekanan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dikarenakan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kekurangan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229514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diajukan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(Minimal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pertanyaan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Jawaban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5W + 1H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/resign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lvl="0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Apakah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lvl="0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mayoritas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/resign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masa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 </a:t>
            </a:r>
          </a:p>
          <a:p>
            <a:pPr lvl="0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kenyamanan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560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Goals</a:t>
            </a:r>
          </a:p>
          <a:p>
            <a:pPr lvl="0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budaya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kepuasan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Menurunkan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persentase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resign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sebelumnya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10%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7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868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Metrics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Question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dirancang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Metrics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0" indent="0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Jawaban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lvl="0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kepuasn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metrics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mengukur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kepuasan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diperusahaan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Tingkat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pergantian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metrics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persentase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/resign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rentang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menurunkan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persentase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/resign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Rata – rata masa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mengukur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rata – rata masa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keberhasilan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mempertahankan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lama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bergabung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581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074" y="2494370"/>
            <a:ext cx="10515600" cy="1325563"/>
          </a:xfrm>
        </p:spPr>
        <p:txBody>
          <a:bodyPr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Sekian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Terimakasih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7249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547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Ion</vt:lpstr>
      <vt:lpstr>Afif Zulyan</vt:lpstr>
      <vt:lpstr>PowerPoint Presentation</vt:lpstr>
      <vt:lpstr>Root Cause Analysis (RCA) menggunakan Tree diagram (Why Tree) untuk memahami akar permasalahan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Sekian dan Terimakasih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Afif Zulyan</dc:title>
  <dc:creator>Hp</dc:creator>
  <cp:lastModifiedBy>Hp</cp:lastModifiedBy>
  <cp:revision>5</cp:revision>
  <dcterms:created xsi:type="dcterms:W3CDTF">2024-09-24T01:14:19Z</dcterms:created>
  <dcterms:modified xsi:type="dcterms:W3CDTF">2024-09-24T01:41:57Z</dcterms:modified>
</cp:coreProperties>
</file>